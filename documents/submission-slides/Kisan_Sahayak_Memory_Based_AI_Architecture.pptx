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Kisan Sahayak AI</a:t>
            </a:r>
          </a:p>
          <a:p>
            <a:r>
              <a:t>Memory-Based Text &amp; Voice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Architecture &amp; End-to-End Flow using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Farmers need multilingual AI assistance (Text + Voice).</a:t>
            </a:r>
          </a:p>
          <a:p>
            <a:pPr lvl="1"/>
            <a:r>
              <a:t>Information scattered across schemes &amp; crop manuals.</a:t>
            </a:r>
          </a:p>
          <a:p>
            <a:pPr lvl="1"/>
            <a:r>
              <a:t>Need contextual memory-based conversation.</a:t>
            </a:r>
          </a:p>
          <a:p>
            <a:pPr lvl="1"/>
            <a:r>
              <a:t>Require scalable serverless AWS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Memory-based RAG AI Assistant.</a:t>
            </a:r>
          </a:p>
          <a:p>
            <a:pPr lvl="1"/>
            <a:r>
              <a:t>Supports Text and Voice Queries.</a:t>
            </a:r>
          </a:p>
          <a:p>
            <a:pPr lvl="1"/>
            <a:r>
              <a:t>Uses Bedrock Knowledge Base for Retrieval.</a:t>
            </a:r>
          </a:p>
          <a:p>
            <a:pPr lvl="1"/>
            <a:r>
              <a:t>Uses DynamoDB for Chat Memory.</a:t>
            </a:r>
          </a:p>
          <a:p>
            <a:pPr lvl="1"/>
            <a:r>
              <a:t>Completely Serverless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(Angular / Python Voice Client)</a:t>
            </a:r>
          </a:p>
          <a:p>
            <a:pPr lvl="1"/>
            <a:r>
              <a:t>Amazon API Gateway</a:t>
            </a:r>
          </a:p>
          <a:p>
            <a:pPr lvl="1"/>
            <a:r>
              <a:t>AWS Lambda (Business Logic)</a:t>
            </a:r>
          </a:p>
          <a:p>
            <a:pPr lvl="1"/>
            <a:r>
              <a:t>Amazon Bedrock (LLM + Knowledge Base)</a:t>
            </a:r>
          </a:p>
          <a:p>
            <a:pPr lvl="1"/>
            <a:r>
              <a:t>DynamoDB (Session-based Memory)</a:t>
            </a:r>
          </a:p>
          <a:p>
            <a:pPr lvl="1"/>
            <a:r>
              <a:t>Amazon S3 (Documents + Voice Storage)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</a:t>
            </a:r>
          </a:p>
          <a:p>
            <a:r>
              <a:t>(Text / Voice)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37160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API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40" y="137160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Lambda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399" y="137160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Amazon Bedrock</a:t>
            </a:r>
          </a:p>
          <a:p>
            <a:r>
              <a:t>(Knowledge Base)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7160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DynamoDB</a:t>
            </a:r>
          </a:p>
          <a:p>
            <a:r>
              <a:t>(Chat Memory)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7160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Amazon S3</a:t>
            </a:r>
          </a:p>
          <a:p>
            <a:r>
              <a:t>(Documents + Voice Temp)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82880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182880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0" y="1828800.0"/>
            <a:ext cx="91439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19" y="1828800.0"/>
            <a:ext cx="91441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1828800.0"/>
            <a:ext cx="9144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Query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sends question with session_id.</a:t>
            </a:r>
          </a:p>
          <a:p>
            <a:pPr lvl="1"/>
            <a:r>
              <a:t>API Gateway routes request to Lambda.</a:t>
            </a:r>
          </a:p>
          <a:p>
            <a:pPr lvl="1"/>
            <a:r>
              <a:t>Lambda retrieves chat history from DynamoDB.</a:t>
            </a:r>
          </a:p>
          <a:p>
            <a:pPr lvl="1"/>
            <a:r>
              <a:t>Lambda calls Bedrock Knowledge Base (RAG).</a:t>
            </a:r>
          </a:p>
          <a:p>
            <a:pPr lvl="1"/>
            <a:r>
              <a:t>Response generated and memory updated.</a:t>
            </a:r>
          </a:p>
          <a:p>
            <a:pPr lvl="1"/>
            <a:r>
              <a:t>Answer returned to 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Query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sends audio (base64).</a:t>
            </a:r>
          </a:p>
          <a:p>
            <a:pPr lvl="1"/>
            <a:r>
              <a:t>Lambda stores audio in S3.</a:t>
            </a:r>
          </a:p>
          <a:p>
            <a:pPr lvl="1"/>
            <a:r>
              <a:t>Amazon Transcribe converts speech to text.</a:t>
            </a:r>
          </a:p>
          <a:p>
            <a:pPr lvl="1"/>
            <a:r>
              <a:t>Text processed through Bedrock RAG.</a:t>
            </a:r>
          </a:p>
          <a:p>
            <a:pPr lvl="1"/>
            <a:r>
              <a:t>Amazon Polly converts response to speech.</a:t>
            </a:r>
          </a:p>
          <a:p>
            <a:pPr lvl="1"/>
            <a:r>
              <a:t>Audio response returned.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Bedrock Knowledge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Documents stored in S3 (PDF, DOCX).</a:t>
            </a:r>
          </a:p>
          <a:p>
            <a:pPr lvl="1"/>
            <a:r>
              <a:t>Bedrock splits documents into chunks.</a:t>
            </a:r>
          </a:p>
          <a:p>
            <a:pPr lvl="1"/>
            <a:r>
              <a:t>Embeddings stored in OpenSearch Serverless.</a:t>
            </a:r>
          </a:p>
          <a:p>
            <a:pPr lvl="1"/>
            <a:r>
              <a:t>retrieve_and_generate API used for RAG.</a:t>
            </a:r>
          </a:p>
          <a:p>
            <a:pPr lvl="1"/>
            <a:r>
              <a:t>Prompt enforces multilingual response.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Lambda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Handles text &amp; voice requests.</a:t>
            </a:r>
          </a:p>
          <a:p>
            <a:pPr lvl="1"/>
            <a:r>
              <a:t>Retrieves &amp; stores chat memory in DynamoDB.</a:t>
            </a:r>
          </a:p>
          <a:p>
            <a:pPr lvl="1"/>
            <a:r>
              <a:t>Calls Bedrock for RAG response.</a:t>
            </a:r>
          </a:p>
          <a:p>
            <a:pPr lvl="1"/>
            <a:r>
              <a:t>Integrates Transcribe &amp; Polly.</a:t>
            </a:r>
          </a:p>
          <a:p>
            <a:pPr lvl="1"/>
            <a:r>
              <a:t>Returns structured JSON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DynamoDB – Chat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Table: KisanChatMemory.</a:t>
            </a:r>
          </a:p>
          <a:p>
            <a:pPr lvl="1"/>
            <a:r>
              <a:t>Partition Key: session_id.</a:t>
            </a:r>
          </a:p>
          <a:p>
            <a:pPr lvl="1"/>
            <a:r>
              <a:t>Stores conversation messages array.</a:t>
            </a:r>
          </a:p>
          <a:p>
            <a:pPr lvl="1"/>
            <a:r>
              <a:t>Maintains last 5 exchanges for context.</a:t>
            </a:r>
          </a:p>
          <a:p>
            <a:pPr lvl="1"/>
            <a:r>
              <a:t>Enables contextual multi-turn conversations.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S3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Knowledge Base documents.</a:t>
            </a:r>
          </a:p>
          <a:p>
            <a:pPr lvl="1"/>
            <a:r>
              <a:t>Stores temporary voice audio files.</a:t>
            </a:r>
          </a:p>
          <a:p>
            <a:pPr lvl="1"/>
            <a:r>
              <a:t>GitHub CI/CD sync for document updates.</a:t>
            </a:r>
          </a:p>
          <a:p>
            <a:pPr lvl="1"/>
            <a:r>
              <a:t>Manual Knowledge Base sync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HTTPS endpoint.</a:t>
            </a:r>
          </a:p>
          <a:p>
            <a:pPr lvl="1"/>
            <a:r>
              <a:t>Routes /ask-voice requests.</a:t>
            </a:r>
          </a:p>
          <a:p>
            <a:pPr lvl="1"/>
            <a:r>
              <a:t>Handles CORS for frontend.</a:t>
            </a:r>
          </a:p>
          <a:p>
            <a:pPr lvl="1"/>
            <a:r>
              <a:t>Triggers Lambda integration.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IAM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IAM Role for Lambda execution.</a:t>
            </a:r>
          </a:p>
          <a:p>
            <a:pPr lvl="1"/>
            <a:r>
              <a:t>Least privilege access to S3, DynamoDB, Bedrock.</a:t>
            </a:r>
          </a:p>
          <a:p>
            <a:pPr lvl="1"/>
            <a:r>
              <a:t>Separate GitHub upload credentials.</a:t>
            </a:r>
          </a:p>
          <a:p>
            <a:pPr lvl="1"/>
            <a:r>
              <a:t>Serverless reduces attack surface.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 multilingual AI assistant.</a:t>
            </a:r>
          </a:p>
          <a:p>
            <a:pPr lvl="1"/>
            <a:r>
              <a:t>Integrated Text + Voice + Memory.</a:t>
            </a:r>
          </a:p>
          <a:p>
            <a:pPr lvl="1"/>
            <a:r>
              <a:t>Serverless &amp; Cost-efficient AWS design.</a:t>
            </a:r>
          </a:p>
          <a:p>
            <a:pPr lvl="1"/>
            <a:r>
              <a:t>Ready for Hackathon Demo &amp; Production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