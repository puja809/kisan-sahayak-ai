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Manrope" panose="020B0604020202020204" charset="0"/>
      <p:regular r:id="rId14"/>
      <p:bold r:id="rId15"/>
    </p:embeddedFont>
    <p:embeddedFont>
      <p:font typeface="Manrope SemiBold" panose="020B0604020202020204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c7e6215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6c7e6215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c7e6215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c7e62156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c7e62156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6c7e62156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6c7e62156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6c7e6215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6c7e6215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75" y="34469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 </a:t>
            </a:r>
            <a:r>
              <a:rPr lang="en-GB" sz="1600" dirty="0" err="1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DevMistri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3680" y="429816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 Helping Farmers with AI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3663" y="38544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 Nikhil Sharma and </a:t>
            </a: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Puja Chattopadhyay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11700" y="86355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Brief about the Idea:</a:t>
            </a:r>
            <a:endParaRPr sz="1700" b="1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311700" y="863550"/>
            <a:ext cx="6267900" cy="28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Your solution should be able to explain the following:</a:t>
            </a:r>
            <a:endParaRPr sz="1700" b="1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different is it from any of the other existing ideas?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will it be able to solve the problem?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USP of the proposed solution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List of features offered by the solution</a:t>
            </a:r>
            <a:endParaRPr sz="1700" b="1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rPr>
              <a:t>It is always better to add a few visual representations (drawings/sketches/illustrations etc.) to your presentation, it adds to the power through which it reaches the audience.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Process flow diagram or Use-case diagram</a:t>
            </a:r>
            <a:endParaRPr sz="1700" b="1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rPr>
              <a:t>Add a flow diagram or a use case diagram or an architecture diagram.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Wireframes/Mock diagrams of the proposed solution (optional)</a:t>
            </a:r>
            <a:endParaRPr sz="1700" b="1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Architecture diagram of the proposed solution: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Technologies to be used in the solution: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Estimated implementation cost (optional):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Add as per the requirements for the hackathon: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I for Bharddat BANNER – 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</Words>
  <Application>Microsoft Office PowerPoint</Application>
  <PresentationFormat>On-screen Show (16:9)</PresentationFormat>
  <Paragraphs>17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Manrope SemiBold</vt:lpstr>
      <vt:lpstr>Manrope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Nikhil Sharma</cp:lastModifiedBy>
  <cp:revision>1</cp:revision>
  <dcterms:modified xsi:type="dcterms:W3CDTF">2026-02-13T02:41:46Z</dcterms:modified>
</cp:coreProperties>
</file>