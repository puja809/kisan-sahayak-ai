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80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DevMistri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59"/>
            <a:ext cx="8520600" cy="64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Empowering Small-Scale Farmers with Digital Tools for Better                                  		     Decision-Making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Nikhil Sharma and Puja Chattopadhyay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63550"/>
            <a:ext cx="8368173" cy="365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KrishiSahayak</a:t>
            </a: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is a comprehensive, multilingual, AI-powered mobile platform designed to empower over 160 million Indian farmers with real-time agricultural intelligence. The platform integrates with Government of India’s Digital Public Infrastructure (DPI) including IMD weather services, AGMARKNET market prices, </a:t>
            </a:r>
            <a:r>
              <a:rPr lang="en-GB" sz="13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AgriStack</a:t>
            </a: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farmer registry, and Bhashini for 22+ Indian languages.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The solution provides farmers with 7-day weather forecasts, location-based crop recommendations using GAEZ v4 framework, crop rotation planning, government scheme discovery, real-time mandi prices, disease detection via AI vision models, IoT device integration, and a voice-powered AI agent for natural language queries in their native language.</a:t>
            </a: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Makes </a:t>
            </a:r>
            <a:r>
              <a:rPr lang="en-GB" sz="1700" b="1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KrishiSahayak</a:t>
            </a: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Different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Deep DPI Integration: First platform to integrate all major Government DPIs – IMD, AGMARKNET, </a:t>
            </a:r>
            <a:r>
              <a:rPr lang="en-GB" sz="1300" dirty="0" err="1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AgriStack</a:t>
            </a: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 UFSI, and Bhashini – creating a unified farmer experience</a:t>
            </a:r>
            <a:endParaRPr sz="13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Voice-First AI for Low Literacy: Bhashini-powered voice agent in 22+ languages enables farmers with limited digital literacy to access critical information through natural conversation</a:t>
            </a:r>
            <a:endParaRPr sz="13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Offline-First Architecture: Critical features work without internet connectivity, addressing India’s rural connectivity challenges with cached weather, schemes, and crop data</a:t>
            </a:r>
            <a:endParaRPr sz="13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699" y="863550"/>
            <a:ext cx="8548283" cy="393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Core Features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Weather Intelligence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7-day IMD forecasts, nowcast alerts,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agromet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advisories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Crop Recommendations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GAEZ-based suitability, rotation planning, yield prediction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Government Schemes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Central and state scheme discovery, eligibility checking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Market Intelligence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Real-time AGMARKNET mandi prices, trend analysis, alerts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AI-Powered Tools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Disease detection, voice agent (22+ languages), IoT integration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B182920A-EF5F-EC59-D99C-F3EFC3E49D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1" name="Google Shape;81;p17"/>
          <p:cNvSpPr txBox="1"/>
          <p:nvPr/>
        </p:nvSpPr>
        <p:spPr>
          <a:xfrm>
            <a:off x="311700" y="863550"/>
            <a:ext cx="4579109" cy="395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User Journey Flow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Registration &amp; Onboarding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Farmer signs up via </a:t>
            </a:r>
            <a:r>
              <a:rPr lang="en-GB" sz="11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AgriStack</a:t>
            </a: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UFSI → Profile creation with farm details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Daily Weather Check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View 7-day forecast → Receive alerts → Plan activities (sowing, irrigation)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Crop Planning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Get recommendations → Plan rotation → Estimate yields → Track inputs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4. Voice Assistance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Ask questions in native language → Get instant answers via voice/text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5. Market Intelligence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Check mandi prices → Find nearest mandi → Decide harvest timing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 descr="A diagram of a user journey flow&#10;&#10;AI-generated content may be incorrect.">
            <a:extLst>
              <a:ext uri="{FF2B5EF4-FFF2-40B4-BE49-F238E27FC236}">
                <a16:creationId xmlns:a16="http://schemas.microsoft.com/office/drawing/2014/main" id="{F161A8F7-CFB7-F7FB-85EE-4B2EF8A46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224188"/>
            <a:ext cx="4253173" cy="26951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1" y="863549"/>
            <a:ext cx="4966882" cy="3777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Key Features Dashboard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Farmer Dashboard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Unified view of farm status, weather alerts, upcoming activities, yield predictions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Voice Interface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Push-to-talk interface with conversation history, language selector, text fallback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Disease Detection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Camera-based capture, AI analysis, treatment recommendations, expert referrals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Admin Portal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1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Document upload, scheme management, vector search, user analytics, audit logs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 descr="A hand holding a phone&#10;&#10;AI-generated content may be incorrect.">
            <a:extLst>
              <a:ext uri="{FF2B5EF4-FFF2-40B4-BE49-F238E27FC236}">
                <a16:creationId xmlns:a16="http://schemas.microsoft.com/office/drawing/2014/main" id="{4EFBDA06-EE0C-4A79-98A4-C03A053FA7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38" r="6407" b="575"/>
          <a:stretch>
            <a:fillRect/>
          </a:stretch>
        </p:blipFill>
        <p:spPr>
          <a:xfrm>
            <a:off x="5361710" y="1310988"/>
            <a:ext cx="3415144" cy="26999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4946100" cy="379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Architecture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Frontend Layer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Angular Progressive Web App, optimized for low-end devices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Backend Services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Spring Boot microservices (User, Weather, Crop, Scheme, Mandi, IoT, Admin)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AI/ML Services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Python (disease detection, yield prediction, recommendations, voice orchestration)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Layer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MySQL (transactional), MongoDB (vector search), Redis (caching)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External Integrations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IMD Weather, AGMARKNET,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AgriStack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UFSI, Bhashini APIs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 descr="A diagram of a system architecture&#10;&#10;AI-generated content may be incorrect.">
            <a:extLst>
              <a:ext uri="{FF2B5EF4-FFF2-40B4-BE49-F238E27FC236}">
                <a16:creationId xmlns:a16="http://schemas.microsoft.com/office/drawing/2014/main" id="{14F4D21C-B296-A412-2304-C899CD7254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5" r="7896"/>
          <a:stretch>
            <a:fillRect/>
          </a:stretch>
        </p:blipFill>
        <p:spPr>
          <a:xfrm>
            <a:off x="4994563" y="1078951"/>
            <a:ext cx="4010891" cy="32387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Technology Stack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4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Frontend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Angular 18, TypeScript, Progressive Web App, Service Workers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Backend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Spring Boot 3.x (Java 17), Spring Cloud, Spring Security, REST APIs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AI/ML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Python 3.11, TensorFlow/PyTorch, FastAPI, scikit-learn, pandas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Databases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2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MySQL 8.0, MongoDB 7.0 (vector search), Redis 7.0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4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DevOps &amp; Cloud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AWS (EC2, RDS, S3, Lambda), Docker, Kubernetes, CI/CD pipelines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Implementation &amp; Expected Impact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Deployment Strategy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AWS Infrastructure (EC2, RDS, S3), Kubernetes orchestration, CI/CD pipelines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Designed for 1M+ concurrent users with horizontal scaling and 99.5% uptime SLA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Expected Impact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15-20% increase in crop yields through optimized planning and timely interventions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Financial Benefits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Better market prices via timing optimization, reduced input costs through precision farming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AWS AI Services Integration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Amazon SageMaker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Training and deploying ML models for disease detection and yield prediction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Amazon Bedrock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Powering voice agent with foundation models for intelligent conversations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Amazon Rekognition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Image analysis for crop disease detection and pest identification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lang="en-GB" sz="13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AWS Lambda</a:t>
            </a: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Serverless functions for real-time data processing and API orchestration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703</Words>
  <Application>Microsoft Office PowerPoint</Application>
  <PresentationFormat>On-screen Show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Sharma</cp:lastModifiedBy>
  <cp:revision>2</cp:revision>
  <dcterms:modified xsi:type="dcterms:W3CDTF">2026-02-13T03:51:17Z</dcterms:modified>
</cp:coreProperties>
</file>